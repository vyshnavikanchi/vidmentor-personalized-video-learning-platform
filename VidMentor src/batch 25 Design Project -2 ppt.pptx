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38" r:id="rId1"/>
  </p:sldMasterIdLst>
  <p:notesMasterIdLst>
    <p:notesMasterId r:id="rId15"/>
  </p:notesMasterIdLst>
  <p:handoutMasterIdLst>
    <p:handoutMasterId r:id="rId16"/>
  </p:handoutMasterIdLst>
  <p:sldIdLst>
    <p:sldId id="257" r:id="rId2"/>
    <p:sldId id="1040" r:id="rId3"/>
    <p:sldId id="507" r:id="rId4"/>
    <p:sldId id="1027" r:id="rId5"/>
    <p:sldId id="1012" r:id="rId6"/>
    <p:sldId id="1014" r:id="rId7"/>
    <p:sldId id="1041" r:id="rId8"/>
    <p:sldId id="1015" r:id="rId9"/>
    <p:sldId id="1034" r:id="rId10"/>
    <p:sldId id="1036" r:id="rId11"/>
    <p:sldId id="1037" r:id="rId12"/>
    <p:sldId id="1011" r:id="rId13"/>
    <p:sldId id="1039" r:id="rId14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Prof. Shekhar . R" initials="PS.R" lastIdx="1" clrIdx="0">
    <p:extLst>
      <p:ext uri="{19B8F6BF-5375-455C-9EA6-DF929625EA0E}">
        <p15:presenceInfo xmlns:p15="http://schemas.microsoft.com/office/powerpoint/2012/main" userId="S-1-5-21-1415727340-1540263038-2234542919-138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0C0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6018800-783D-4908-B336-CA70C2FDA278}" v="10" dt="2026-03-14T05:15:33.029"/>
  </p1510:revLst>
</p1510:revInfo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NDINI H" userId="11ab3a74-9d86-42c2-ade8-968d4bec25f6" providerId="ADAL" clId="{BF841F2D-F30C-4FF5-B331-32823FC061CA}"/>
    <pc:docChg chg="undo custSel addSld delSld modSld sldOrd">
      <pc:chgData name="NANDINI H" userId="11ab3a74-9d86-42c2-ade8-968d4bec25f6" providerId="ADAL" clId="{BF841F2D-F30C-4FF5-B331-32823FC061CA}" dt="2026-03-14T05:18:57.079" v="974" actId="1076"/>
      <pc:docMkLst>
        <pc:docMk/>
      </pc:docMkLst>
      <pc:sldChg chg="modSp mod">
        <pc:chgData name="NANDINI H" userId="11ab3a74-9d86-42c2-ade8-968d4bec25f6" providerId="ADAL" clId="{BF841F2D-F30C-4FF5-B331-32823FC061CA}" dt="2026-03-14T02:49:00.176" v="707" actId="255"/>
        <pc:sldMkLst>
          <pc:docMk/>
          <pc:sldMk cId="0" sldId="507"/>
        </pc:sldMkLst>
        <pc:spChg chg="mod">
          <ac:chgData name="NANDINI H" userId="11ab3a74-9d86-42c2-ade8-968d4bec25f6" providerId="ADAL" clId="{BF841F2D-F30C-4FF5-B331-32823FC061CA}" dt="2026-03-14T01:04:45.803" v="698" actId="207"/>
          <ac:spMkLst>
            <pc:docMk/>
            <pc:sldMk cId="0" sldId="507"/>
            <ac:spMk id="2" creationId="{27730FEB-39A4-55AF-1A5E-7D14BEA4EF64}"/>
          </ac:spMkLst>
        </pc:spChg>
        <pc:spChg chg="mod">
          <ac:chgData name="NANDINI H" userId="11ab3a74-9d86-42c2-ade8-968d4bec25f6" providerId="ADAL" clId="{BF841F2D-F30C-4FF5-B331-32823FC061CA}" dt="2026-03-14T02:49:00.176" v="707" actId="255"/>
          <ac:spMkLst>
            <pc:docMk/>
            <pc:sldMk cId="0" sldId="507"/>
            <ac:spMk id="6" creationId="{90112947-B9C2-2E92-2ED4-7AE86C45CC4F}"/>
          </ac:spMkLst>
        </pc:spChg>
      </pc:sldChg>
      <pc:sldChg chg="modSp mod">
        <pc:chgData name="NANDINI H" userId="11ab3a74-9d86-42c2-ade8-968d4bec25f6" providerId="ADAL" clId="{BF841F2D-F30C-4FF5-B331-32823FC061CA}" dt="2026-03-14T03:17:47.355" v="891" actId="255"/>
        <pc:sldMkLst>
          <pc:docMk/>
          <pc:sldMk cId="2311492942" sldId="1011"/>
        </pc:sldMkLst>
        <pc:spChg chg="mod">
          <ac:chgData name="NANDINI H" userId="11ab3a74-9d86-42c2-ade8-968d4bec25f6" providerId="ADAL" clId="{BF841F2D-F30C-4FF5-B331-32823FC061CA}" dt="2026-03-14T03:17:47.355" v="891" actId="255"/>
          <ac:spMkLst>
            <pc:docMk/>
            <pc:sldMk cId="2311492942" sldId="1011"/>
            <ac:spMk id="2" creationId="{80C5B857-177B-4550-2344-1CED2EAFC5B9}"/>
          </ac:spMkLst>
        </pc:spChg>
      </pc:sldChg>
      <pc:sldChg chg="add del">
        <pc:chgData name="NANDINI H" userId="11ab3a74-9d86-42c2-ade8-968d4bec25f6" providerId="ADAL" clId="{BF841F2D-F30C-4FF5-B331-32823FC061CA}" dt="2026-03-14T03:20:52.750" v="897" actId="47"/>
        <pc:sldMkLst>
          <pc:docMk/>
          <pc:sldMk cId="3089745817" sldId="1012"/>
        </pc:sldMkLst>
      </pc:sldChg>
      <pc:sldChg chg="addSp delSp modSp mod">
        <pc:chgData name="NANDINI H" userId="11ab3a74-9d86-42c2-ade8-968d4bec25f6" providerId="ADAL" clId="{BF841F2D-F30C-4FF5-B331-32823FC061CA}" dt="2026-03-14T01:08:25.547" v="706" actId="1076"/>
        <pc:sldMkLst>
          <pc:docMk/>
          <pc:sldMk cId="2694801863" sldId="1014"/>
        </pc:sldMkLst>
        <pc:spChg chg="del">
          <ac:chgData name="NANDINI H" userId="11ab3a74-9d86-42c2-ade8-968d4bec25f6" providerId="ADAL" clId="{BF841F2D-F30C-4FF5-B331-32823FC061CA}" dt="2026-03-14T01:07:08.451" v="701"/>
          <ac:spMkLst>
            <pc:docMk/>
            <pc:sldMk cId="2694801863" sldId="1014"/>
            <ac:spMk id="2" creationId="{424006D7-2A1D-A4B2-63D6-92A249697848}"/>
          </ac:spMkLst>
        </pc:spChg>
        <pc:spChg chg="add del mod">
          <ac:chgData name="NANDINI H" userId="11ab3a74-9d86-42c2-ade8-968d4bec25f6" providerId="ADAL" clId="{BF841F2D-F30C-4FF5-B331-32823FC061CA}" dt="2026-03-14T01:07:09.856" v="702"/>
          <ac:spMkLst>
            <pc:docMk/>
            <pc:sldMk cId="2694801863" sldId="1014"/>
            <ac:spMk id="5" creationId="{EB86BF9A-533B-26AD-CCEA-6547A1FEDF76}"/>
          </ac:spMkLst>
        </pc:spChg>
        <pc:spChg chg="add del mod">
          <ac:chgData name="NANDINI H" userId="11ab3a74-9d86-42c2-ade8-968d4bec25f6" providerId="ADAL" clId="{BF841F2D-F30C-4FF5-B331-32823FC061CA}" dt="2026-03-14T01:07:11.773" v="703"/>
          <ac:spMkLst>
            <pc:docMk/>
            <pc:sldMk cId="2694801863" sldId="1014"/>
            <ac:spMk id="6" creationId="{83A2CEFC-F95C-C2B7-4F62-1FCB2BAC3D2E}"/>
          </ac:spMkLst>
        </pc:spChg>
        <pc:spChg chg="add del mod">
          <ac:chgData name="NANDINI H" userId="11ab3a74-9d86-42c2-ade8-968d4bec25f6" providerId="ADAL" clId="{BF841F2D-F30C-4FF5-B331-32823FC061CA}" dt="2026-03-14T01:08:15.566" v="705"/>
          <ac:spMkLst>
            <pc:docMk/>
            <pc:sldMk cId="2694801863" sldId="1014"/>
            <ac:spMk id="7" creationId="{4BED8ABF-C4EF-44D4-6D80-24A2E82FB731}"/>
          </ac:spMkLst>
        </pc:spChg>
        <pc:picChg chg="add mod ord">
          <ac:chgData name="NANDINI H" userId="11ab3a74-9d86-42c2-ade8-968d4bec25f6" providerId="ADAL" clId="{BF841F2D-F30C-4FF5-B331-32823FC061CA}" dt="2026-03-14T01:08:25.547" v="706" actId="1076"/>
          <ac:picMkLst>
            <pc:docMk/>
            <pc:sldMk cId="2694801863" sldId="1014"/>
            <ac:picMk id="9" creationId="{D2082B52-68AA-39F0-1BE4-FBE42249E564}"/>
          </ac:picMkLst>
        </pc:picChg>
      </pc:sldChg>
      <pc:sldChg chg="modSp mod">
        <pc:chgData name="NANDINI H" userId="11ab3a74-9d86-42c2-ade8-968d4bec25f6" providerId="ADAL" clId="{BF841F2D-F30C-4FF5-B331-32823FC061CA}" dt="2026-03-14T04:56:23.827" v="926" actId="20577"/>
        <pc:sldMkLst>
          <pc:docMk/>
          <pc:sldMk cId="695185364" sldId="1015"/>
        </pc:sldMkLst>
        <pc:spChg chg="mod">
          <ac:chgData name="NANDINI H" userId="11ab3a74-9d86-42c2-ade8-968d4bec25f6" providerId="ADAL" clId="{BF841F2D-F30C-4FF5-B331-32823FC061CA}" dt="2026-03-14T04:56:23.827" v="926" actId="20577"/>
          <ac:spMkLst>
            <pc:docMk/>
            <pc:sldMk cId="695185364" sldId="1015"/>
            <ac:spMk id="2" creationId="{D0EF3ED1-1B2C-DD44-A421-B9D1C2BCEA8F}"/>
          </ac:spMkLst>
        </pc:spChg>
      </pc:sldChg>
      <pc:sldChg chg="modSp mod">
        <pc:chgData name="NANDINI H" userId="11ab3a74-9d86-42c2-ade8-968d4bec25f6" providerId="ADAL" clId="{BF841F2D-F30C-4FF5-B331-32823FC061CA}" dt="2026-03-14T03:18:40.355" v="894" actId="113"/>
        <pc:sldMkLst>
          <pc:docMk/>
          <pc:sldMk cId="2893977295" sldId="1027"/>
        </pc:sldMkLst>
        <pc:spChg chg="mod">
          <ac:chgData name="NANDINI H" userId="11ab3a74-9d86-42c2-ade8-968d4bec25f6" providerId="ADAL" clId="{BF841F2D-F30C-4FF5-B331-32823FC061CA}" dt="2026-03-14T03:18:30.912" v="893" actId="14100"/>
          <ac:spMkLst>
            <pc:docMk/>
            <pc:sldMk cId="2893977295" sldId="1027"/>
            <ac:spMk id="2" creationId="{62F4E8D8-8E72-3C38-A5E9-E80E419F817B}"/>
          </ac:spMkLst>
        </pc:spChg>
        <pc:spChg chg="mod">
          <ac:chgData name="NANDINI H" userId="11ab3a74-9d86-42c2-ade8-968d4bec25f6" providerId="ADAL" clId="{BF841F2D-F30C-4FF5-B331-32823FC061CA}" dt="2026-03-14T03:18:40.355" v="894" actId="113"/>
          <ac:spMkLst>
            <pc:docMk/>
            <pc:sldMk cId="2893977295" sldId="1027"/>
            <ac:spMk id="3" creationId="{68C7B745-FF8F-90D5-CAD4-FE7D38645D69}"/>
          </ac:spMkLst>
        </pc:spChg>
      </pc:sldChg>
      <pc:sldChg chg="modSp mod">
        <pc:chgData name="NANDINI H" userId="11ab3a74-9d86-42c2-ade8-968d4bec25f6" providerId="ADAL" clId="{BF841F2D-F30C-4FF5-B331-32823FC061CA}" dt="2026-03-14T05:03:45.806" v="935" actId="20577"/>
        <pc:sldMkLst>
          <pc:docMk/>
          <pc:sldMk cId="3239980978" sldId="1034"/>
        </pc:sldMkLst>
        <pc:spChg chg="mod">
          <ac:chgData name="NANDINI H" userId="11ab3a74-9d86-42c2-ade8-968d4bec25f6" providerId="ADAL" clId="{BF841F2D-F30C-4FF5-B331-32823FC061CA}" dt="2026-03-14T05:03:45.806" v="935" actId="20577"/>
          <ac:spMkLst>
            <pc:docMk/>
            <pc:sldMk cId="3239980978" sldId="1034"/>
            <ac:spMk id="2" creationId="{80C5B857-177B-4550-2344-1CED2EAFC5B9}"/>
          </ac:spMkLst>
        </pc:spChg>
      </pc:sldChg>
      <pc:sldChg chg="addSp delSp modSp mod">
        <pc:chgData name="NANDINI H" userId="11ab3a74-9d86-42c2-ade8-968d4bec25f6" providerId="ADAL" clId="{BF841F2D-F30C-4FF5-B331-32823FC061CA}" dt="2026-03-14T05:18:57.079" v="974" actId="1076"/>
        <pc:sldMkLst>
          <pc:docMk/>
          <pc:sldMk cId="1532967047" sldId="1036"/>
        </pc:sldMkLst>
        <pc:spChg chg="del">
          <ac:chgData name="NANDINI H" userId="11ab3a74-9d86-42c2-ade8-968d4bec25f6" providerId="ADAL" clId="{BF841F2D-F30C-4FF5-B331-32823FC061CA}" dt="2026-03-14T05:15:40.628" v="937"/>
          <ac:spMkLst>
            <pc:docMk/>
            <pc:sldMk cId="1532967047" sldId="1036"/>
            <ac:spMk id="2" creationId="{0947EA18-0651-E7BB-17C7-C377043CE058}"/>
          </ac:spMkLst>
        </pc:spChg>
        <pc:picChg chg="add mod ord modCrop">
          <ac:chgData name="NANDINI H" userId="11ab3a74-9d86-42c2-ade8-968d4bec25f6" providerId="ADAL" clId="{BF841F2D-F30C-4FF5-B331-32823FC061CA}" dt="2026-03-14T05:16:51.211" v="951" actId="732"/>
          <ac:picMkLst>
            <pc:docMk/>
            <pc:sldMk cId="1532967047" sldId="1036"/>
            <ac:picMk id="6" creationId="{23938DBB-3524-9D69-DCDB-5845FAE6ED06}"/>
          </ac:picMkLst>
        </pc:picChg>
        <pc:picChg chg="add mod modCrop">
          <ac:chgData name="NANDINI H" userId="11ab3a74-9d86-42c2-ade8-968d4bec25f6" providerId="ADAL" clId="{BF841F2D-F30C-4FF5-B331-32823FC061CA}" dt="2026-03-14T05:17:19.210" v="956" actId="732"/>
          <ac:picMkLst>
            <pc:docMk/>
            <pc:sldMk cId="1532967047" sldId="1036"/>
            <ac:picMk id="8" creationId="{EE80705F-B8F7-DA4A-C66B-9742FBA020B3}"/>
          </ac:picMkLst>
        </pc:picChg>
        <pc:picChg chg="add mod modCrop">
          <ac:chgData name="NANDINI H" userId="11ab3a74-9d86-42c2-ade8-968d4bec25f6" providerId="ADAL" clId="{BF841F2D-F30C-4FF5-B331-32823FC061CA}" dt="2026-03-14T05:18:16.498" v="966" actId="1076"/>
          <ac:picMkLst>
            <pc:docMk/>
            <pc:sldMk cId="1532967047" sldId="1036"/>
            <ac:picMk id="10" creationId="{4487501E-0579-744A-9C53-ACFBACF0FB45}"/>
          </ac:picMkLst>
        </pc:picChg>
        <pc:picChg chg="add mod modCrop">
          <ac:chgData name="NANDINI H" userId="11ab3a74-9d86-42c2-ade8-968d4bec25f6" providerId="ADAL" clId="{BF841F2D-F30C-4FF5-B331-32823FC061CA}" dt="2026-03-14T05:18:57.079" v="974" actId="1076"/>
          <ac:picMkLst>
            <pc:docMk/>
            <pc:sldMk cId="1532967047" sldId="1036"/>
            <ac:picMk id="12" creationId="{0EB5514B-9F4F-1B0E-B737-F80141624DA8}"/>
          </ac:picMkLst>
        </pc:picChg>
      </pc:sldChg>
      <pc:sldChg chg="modSp mod">
        <pc:chgData name="NANDINI H" userId="11ab3a74-9d86-42c2-ade8-968d4bec25f6" providerId="ADAL" clId="{BF841F2D-F30C-4FF5-B331-32823FC061CA}" dt="2026-03-14T03:18:02.662" v="892" actId="2711"/>
        <pc:sldMkLst>
          <pc:docMk/>
          <pc:sldMk cId="1613146428" sldId="1037"/>
        </pc:sldMkLst>
        <pc:spChg chg="mod">
          <ac:chgData name="NANDINI H" userId="11ab3a74-9d86-42c2-ade8-968d4bec25f6" providerId="ADAL" clId="{BF841F2D-F30C-4FF5-B331-32823FC061CA}" dt="2026-03-14T03:18:02.662" v="892" actId="2711"/>
          <ac:spMkLst>
            <pc:docMk/>
            <pc:sldMk cId="1613146428" sldId="1037"/>
            <ac:spMk id="2" creationId="{F5E6F616-BA4B-81FE-2F89-F371C90508B7}"/>
          </ac:spMkLst>
        </pc:spChg>
      </pc:sldChg>
      <pc:sldChg chg="del">
        <pc:chgData name="NANDINI H" userId="11ab3a74-9d86-42c2-ade8-968d4bec25f6" providerId="ADAL" clId="{BF841F2D-F30C-4FF5-B331-32823FC061CA}" dt="2026-03-13T12:43:29.425" v="0" actId="47"/>
        <pc:sldMkLst>
          <pc:docMk/>
          <pc:sldMk cId="530716223" sldId="1038"/>
        </pc:sldMkLst>
      </pc:sldChg>
      <pc:sldChg chg="modSp add mod ord">
        <pc:chgData name="NANDINI H" userId="11ab3a74-9d86-42c2-ade8-968d4bec25f6" providerId="ADAL" clId="{BF841F2D-F30C-4FF5-B331-32823FC061CA}" dt="2026-03-14T03:18:47.905" v="895" actId="113"/>
        <pc:sldMkLst>
          <pc:docMk/>
          <pc:sldMk cId="0" sldId="1040"/>
        </pc:sldMkLst>
        <pc:spChg chg="mod">
          <ac:chgData name="NANDINI H" userId="11ab3a74-9d86-42c2-ade8-968d4bec25f6" providerId="ADAL" clId="{BF841F2D-F30C-4FF5-B331-32823FC061CA}" dt="2026-03-14T03:18:47.905" v="895" actId="113"/>
          <ac:spMkLst>
            <pc:docMk/>
            <pc:sldMk cId="0" sldId="1040"/>
            <ac:spMk id="2" creationId="{00000000-0000-0000-0000-000000000000}"/>
          </ac:spMkLst>
        </pc:spChg>
      </pc:sldChg>
      <pc:sldChg chg="addSp delSp modSp new mod">
        <pc:chgData name="NANDINI H" userId="11ab3a74-9d86-42c2-ade8-968d4bec25f6" providerId="ADAL" clId="{BF841F2D-F30C-4FF5-B331-32823FC061CA}" dt="2026-03-14T04:51:31.721" v="915" actId="14100"/>
        <pc:sldMkLst>
          <pc:docMk/>
          <pc:sldMk cId="729494345" sldId="1041"/>
        </pc:sldMkLst>
        <pc:spChg chg="del">
          <ac:chgData name="NANDINI H" userId="11ab3a74-9d86-42c2-ade8-968d4bec25f6" providerId="ADAL" clId="{BF841F2D-F30C-4FF5-B331-32823FC061CA}" dt="2026-03-14T04:44:58.059" v="908"/>
          <ac:spMkLst>
            <pc:docMk/>
            <pc:sldMk cId="729494345" sldId="1041"/>
            <ac:spMk id="2" creationId="{EB6891F9-0CC5-F5F2-C27A-69A98260D363}"/>
          </ac:spMkLst>
        </pc:spChg>
        <pc:spChg chg="del mod">
          <ac:chgData name="NANDINI H" userId="11ab3a74-9d86-42c2-ade8-968d4bec25f6" providerId="ADAL" clId="{BF841F2D-F30C-4FF5-B331-32823FC061CA}" dt="2026-03-14T04:51:20.628" v="911" actId="21"/>
          <ac:spMkLst>
            <pc:docMk/>
            <pc:sldMk cId="729494345" sldId="1041"/>
            <ac:spMk id="3" creationId="{2DDEF543-8902-8596-C34C-FFE41C66AA4E}"/>
          </ac:spMkLst>
        </pc:spChg>
        <pc:picChg chg="add mod ord">
          <ac:chgData name="NANDINI H" userId="11ab3a74-9d86-42c2-ade8-968d4bec25f6" providerId="ADAL" clId="{BF841F2D-F30C-4FF5-B331-32823FC061CA}" dt="2026-03-14T04:51:31.721" v="915" actId="14100"/>
          <ac:picMkLst>
            <pc:docMk/>
            <pc:sldMk cId="729494345" sldId="1041"/>
            <ac:picMk id="5" creationId="{48B4761F-3C70-2A41-D850-CBB1EDB404F1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3F2378-E9BC-4DF3-B317-060928E4E621}" type="datetimeFigureOut">
              <a:rPr lang="en-US" smtClean="0"/>
              <a:pPr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1D99B9-BA06-4A87-B300-D8D5C0E3ED1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38940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dirty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BA7B44CD-007F-4479-9F76-504AB024A03E}" type="datetimeFigureOut">
              <a:rPr lang="en-US"/>
              <a:pPr>
                <a:defRPr/>
              </a:pPr>
              <a:t>3/14/2026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dirty="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FD4853D3-BCEF-4909-916C-A78958746EC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765748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D4853D3-BCEF-4909-916C-A78958746ECE}" type="slidenum">
              <a:rPr lang="en-US" smtClean="0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D4853D3-BCEF-4909-916C-A78958746ECE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3933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FD4853D3-BCEF-4909-916C-A78958746ECE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153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10972800" cy="563562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27472" y="6553201"/>
            <a:ext cx="1219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E80FD4C6-48AB-4634-9A0B-834BD7BA5A0C}" type="slidenum">
              <a:rPr lang="en-IN" sz="1200" smtClean="0">
                <a:latin typeface="+mn-lt"/>
              </a:rPr>
              <a:pPr algn="r"/>
              <a:t>‹#›</a:t>
            </a:fld>
            <a:endParaRPr lang="en-IN" sz="1200">
              <a:latin typeface="+mn-l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9" r:id="rId1"/>
    <p:sldLayoutId id="2147483940" r:id="rId2"/>
    <p:sldLayoutId id="2147483944" r:id="rId3"/>
  </p:sldLayoutIdLst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rcRect l="9495" t="9091" r="1" b="1"/>
          <a:stretch>
            <a:fillRect/>
          </a:stretch>
        </p:blipFill>
        <p:spPr>
          <a:xfrm>
            <a:off x="20" y="10401"/>
            <a:ext cx="12191980" cy="6857990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6186635" y="1376982"/>
            <a:ext cx="7592992" cy="7245751"/>
          </a:xfrm>
          <a:prstGeom prst="ellipse">
            <a:avLst/>
          </a:prstGeom>
          <a:solidFill>
            <a:srgbClr val="CBC8F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564780" y="3175068"/>
            <a:ext cx="6024282" cy="864918"/>
          </a:xfrm>
        </p:spPr>
        <p:txBody>
          <a:bodyPr>
            <a:normAutofit/>
          </a:bodyPr>
          <a:lstStyle/>
          <a:p>
            <a:pPr algn="l"/>
            <a:r>
              <a:rPr lang="en-IN" dirty="0"/>
              <a:t> 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VidMentor Application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7076696" y="3950321"/>
            <a:ext cx="500045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076696" y="4039986"/>
            <a:ext cx="489999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Pairing Students to the right videos based on the students learning style and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preferences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2184" y="548680"/>
            <a:ext cx="4032448" cy="13814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1130769" y="1930080"/>
            <a:ext cx="8534400" cy="4555996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>
              <a:defRPr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Members: 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Vyshnavi Kanchi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Nandini H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Bhoomika D A</a:t>
            </a:r>
          </a:p>
          <a:p>
            <a:pPr marL="514350" indent="-514350" algn="l">
              <a:buFont typeface="+mj-lt"/>
              <a:buAutoNum type="arabicPeriod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Tejaswi Kaisetty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: BTECH, CSE, AIML - B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 Of : Dr. </a:t>
            </a:r>
            <a:r>
              <a:rPr lang="en-US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Senbagavalli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</a:t>
            </a:r>
          </a:p>
          <a:p>
            <a:pPr algn="just">
              <a:defRPr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5CS1990 Design Project -1 </a:t>
            </a:r>
          </a:p>
          <a:p>
            <a:endParaRPr lang="en-IN" dirty="0"/>
          </a:p>
        </p:txBody>
      </p:sp>
      <p:sp>
        <p:nvSpPr>
          <p:cNvPr id="2" name="Subtitle 5"/>
          <p:cNvSpPr txBox="1"/>
          <p:nvPr/>
        </p:nvSpPr>
        <p:spPr>
          <a:xfrm>
            <a:off x="1234008" y="784718"/>
            <a:ext cx="6346663" cy="74911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IN" b="1" u="sng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VidMentor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8BC6A5-F5D8-82C0-F28F-C70BA469D2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2184" y="548680"/>
            <a:ext cx="4032448" cy="13814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Subtitle 5">
            <a:extLst>
              <a:ext uri="{FF2B5EF4-FFF2-40B4-BE49-F238E27FC236}">
                <a16:creationId xmlns:a16="http://schemas.microsoft.com/office/drawing/2014/main" id="{90112947-B9C2-2E92-2ED4-7AE86C45CC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30769" y="1930080"/>
            <a:ext cx="8534400" cy="455599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Students often struggle to find learning videos that match their level and learning style.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Online Platforms provide too many options without personalization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There is a need for a system that recommends educational videos based on user preferences.</a:t>
            </a: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Subtitle 5">
            <a:extLst>
              <a:ext uri="{FF2B5EF4-FFF2-40B4-BE49-F238E27FC236}">
                <a16:creationId xmlns:a16="http://schemas.microsoft.com/office/drawing/2014/main" id="{27730FEB-39A4-55AF-1A5E-7D14BEA4EF64}"/>
              </a:ext>
            </a:extLst>
          </p:cNvPr>
          <p:cNvSpPr txBox="1">
            <a:spLocks/>
          </p:cNvSpPr>
          <p:nvPr/>
        </p:nvSpPr>
        <p:spPr>
          <a:xfrm>
            <a:off x="1234008" y="784718"/>
            <a:ext cx="6346663" cy="74911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spcAft>
                <a:spcPts val="0"/>
              </a:spcAft>
              <a:defRPr/>
            </a:pPr>
            <a:r>
              <a:rPr lang="en-IN" b="1" dirty="0">
                <a:solidFill>
                  <a:schemeClr val="tx1"/>
                </a:solidFill>
                <a:latin typeface="Times New Roman"/>
                <a:cs typeface="Times New Roman"/>
              </a:rPr>
              <a:t>Problem Statement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fontAlgn="auto">
              <a:spcAft>
                <a:spcPts val="0"/>
              </a:spcAft>
            </a:pPr>
            <a:endParaRPr lang="en-IN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2037F-BF3C-25A0-59D8-5919CD38E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2F4E8D8-8E72-3C38-A5E9-E80E419F81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422400"/>
            <a:ext cx="11175032" cy="5419678"/>
          </a:xfrm>
        </p:spPr>
        <p:txBody>
          <a:bodyPr>
            <a:no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 are not personalized but they only based on trend and popularities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is no tracking of learning history.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Feedback from users is rarely used or having a less priority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lnSpc>
                <a:spcPct val="150000"/>
              </a:lnSpc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68C7B745-FF8F-90D5-CAD4-FE7D38645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632618"/>
            <a:ext cx="11073916" cy="119618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26EF467-3DED-5C3E-3710-75BDCDED72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344" y="271136"/>
            <a:ext cx="2592288" cy="6166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93977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E9103-52C6-689F-10D5-B7A7B5531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6386010-7A55-512E-9ACA-BAA4168A27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algn="ctr"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F4E0918-9E46-2259-4003-1C1F5C38DC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344" y="271136"/>
            <a:ext cx="2592288" cy="6166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280A4A6-FE4E-5BD7-0D80-570328273E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24745"/>
            <a:ext cx="10972800" cy="53203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Vidmentor recommends learning videos based on student preferences like difficulty level,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register and set their learning style and difficulty level.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recommends relevant videos.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Watch history and feedback and stored.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9745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5A0046-BF80-C7AC-4092-5F6B766C4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9A6E23D-A5D8-BE38-914C-4697198F0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24A7D1-392B-981E-7690-910B416284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344" y="271136"/>
            <a:ext cx="2592288" cy="6166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D2082B52-68AA-39F0-1BE4-FBE42249E5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90490" y="1186189"/>
            <a:ext cx="9808624" cy="5400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4801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8B4761F-3C70-2A41-D850-CBB1EDB404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7355" y="471949"/>
            <a:ext cx="9232490" cy="5614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494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B28F11-9544-18C8-69F6-B6B1393AA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0EF3ED1-1B2C-DD44-A421-B9D1C2BCEA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118997"/>
            <a:ext cx="11171583" cy="540059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 Python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 MySQL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Libraries: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mysql.connector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pandas, scikit-learn,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bcrypt</a:t>
            </a: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Learning: Random Forest, Matrix Factorization, Content Based Filtering</a:t>
            </a:r>
            <a:endParaRPr lang="en-IN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BD3710E-1FD6-A145-E602-76470D008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660B1F0-D8A2-D976-9BE1-AD07754964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344" y="271136"/>
            <a:ext cx="2592288" cy="6166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95185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0C5B857-177B-4550-2344-1CED2EAFC5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52736"/>
            <a:ext cx="10972800" cy="540059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spcAft>
                <a:spcPts val="0"/>
              </a:spcAft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Secure User Registration and Login</a:t>
            </a:r>
          </a:p>
          <a:p>
            <a:pPr>
              <a:spcAft>
                <a:spcPts val="0"/>
              </a:spcAft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Email and Password Validation for security</a:t>
            </a:r>
          </a:p>
          <a:p>
            <a:pPr>
              <a:spcAft>
                <a:spcPts val="0"/>
              </a:spcAft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Personalized Learning Preferences selection</a:t>
            </a:r>
          </a:p>
          <a:p>
            <a:pPr>
              <a:spcAft>
                <a:spcPts val="0"/>
              </a:spcAft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Video Recommendation System</a:t>
            </a:r>
          </a:p>
          <a:p>
            <a:pPr>
              <a:spcAft>
                <a:spcPts val="0"/>
              </a:spcAft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Watch History Tracking for better suggestions</a:t>
            </a:r>
          </a:p>
          <a:p>
            <a:pPr>
              <a:spcAft>
                <a:spcPts val="0"/>
              </a:spcAft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Automatic Feedback Collection to improve recommendation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A18EB9-D0B2-3DF1-D33D-B8F4D4C25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B4A364-138F-E303-4886-AF5B2A6A67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344" y="271136"/>
            <a:ext cx="2592288" cy="6166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39980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21525-3BCB-4374-17CC-3091B4167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3938DBB-3524-9D69-DCDB-5845FAE6ED0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109" r="1637" b="6542"/>
          <a:stretch>
            <a:fillRect/>
          </a:stretch>
        </p:blipFill>
        <p:spPr>
          <a:xfrm>
            <a:off x="96520" y="1056640"/>
            <a:ext cx="4881880" cy="278384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19BE5AE2-40E3-427C-DEBA-FA190D02B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 Screenshots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302A27-548C-EB9F-75AC-0486966402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344" y="271136"/>
            <a:ext cx="2592288" cy="6166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E80705F-B8F7-DA4A-C66B-9742FBA020B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482" t="-1" r="1482" b="4335"/>
          <a:stretch>
            <a:fillRect/>
          </a:stretch>
        </p:blipFill>
        <p:spPr>
          <a:xfrm>
            <a:off x="5582920" y="930369"/>
            <a:ext cx="6512560" cy="310472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487501E-0579-744A-9C53-ACFBACF0FB4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25" r="5000" b="5772"/>
          <a:stretch>
            <a:fillRect/>
          </a:stretch>
        </p:blipFill>
        <p:spPr>
          <a:xfrm>
            <a:off x="0" y="4173304"/>
            <a:ext cx="5582920" cy="23876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EB5514B-9F4F-1B0E-B737-F80141624DA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45" r="5000" b="6815"/>
          <a:stretch>
            <a:fillRect/>
          </a:stretch>
        </p:blipFill>
        <p:spPr>
          <a:xfrm>
            <a:off x="5942632" y="4173304"/>
            <a:ext cx="5842000" cy="2550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967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C2826-D987-657A-B60A-74C1EACDD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5E6F616-BA4B-81FE-2F89-F371C9050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52736"/>
            <a:ext cx="10972800" cy="5400599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spcAft>
                <a:spcPts val="0"/>
              </a:spcAft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successfully registers and authenticates users securely.</a:t>
            </a:r>
          </a:p>
          <a:p>
            <a:pPr>
              <a:spcAft>
                <a:spcPts val="0"/>
              </a:spcAft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Personalized video recommendations are generated based on student preferences and learning history.</a:t>
            </a:r>
          </a:p>
          <a:p>
            <a:pPr>
              <a:spcAft>
                <a:spcPts val="0"/>
              </a:spcAft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hybrid recommendation model improves the accuracy of suggested videos.</a:t>
            </a:r>
          </a:p>
          <a:p>
            <a:pPr>
              <a:spcAft>
                <a:spcPts val="0"/>
              </a:spcAft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Watch history and feedback help the system continuously refine recommendations.</a:t>
            </a:r>
          </a:p>
          <a:p>
            <a:pPr>
              <a:spcAft>
                <a:spcPts val="0"/>
              </a:spcAft>
              <a:defRPr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interface provides a simple and interactive learning experience for students.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F291E41-CF58-74B2-9E5F-75768CDC91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2FD9CF-9FEC-A241-0CC4-FD113EF594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344" y="271136"/>
            <a:ext cx="2592288" cy="6166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13146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0C5B857-177B-4550-2344-1CED2EAFC5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052736"/>
            <a:ext cx="10972800" cy="540059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 personalized learning platform that recommends educational videos based on student preferences and behavior.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hybrid recommendation system improves the relevance and accuracy of suggested content.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provides an interactive and adaptive learning experience for students.</a:t>
            </a:r>
          </a:p>
          <a:p>
            <a:pPr marL="0" indent="0"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 more advanced AI models to improve recommendation accuracy.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support for multiple learning resources like notes, quizzes, and courses.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mobile application for easier access and wider usability.</a:t>
            </a:r>
          </a:p>
          <a:p>
            <a:pPr>
              <a:spcAft>
                <a:spcPts val="0"/>
              </a:spcAft>
              <a:defRPr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A18EB9-D0B2-3DF1-D33D-B8F4D4C25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Scope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B4A364-138F-E303-4886-AF5B2A6A67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2344" y="271136"/>
            <a:ext cx="2592288" cy="61669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114929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Color Cover">
            <a:extLst>
              <a:ext uri="{FF2B5EF4-FFF2-40B4-BE49-F238E27FC236}">
                <a16:creationId xmlns:a16="http://schemas.microsoft.com/office/drawing/2014/main" id="{6BE11944-ED05-4FE9-9927-06C110BB3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2812508-238C-4BCD-BDD3-25C99C5CA2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7167"/>
            <a:ext cx="12188952" cy="3490956"/>
            <a:chOff x="651279" y="598259"/>
            <a:chExt cx="10889442" cy="5680742"/>
          </a:xfrm>
        </p:grpSpPr>
        <p:sp>
          <p:nvSpPr>
            <p:cNvPr id="12" name="Color">
              <a:extLst>
                <a:ext uri="{FF2B5EF4-FFF2-40B4-BE49-F238E27FC236}">
                  <a16:creationId xmlns:a16="http://schemas.microsoft.com/office/drawing/2014/main" id="{EA98B5EE-6906-45B1-8691-D06F06B6C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3CB4D77E-DA74-4797-88E4-C7D817D315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199C744-C334-E8F9-9CB8-A60F1EDE3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9708" y="1014574"/>
            <a:ext cx="9725730" cy="222676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4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681545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14:prism isContent="1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353</TotalTime>
  <Words>392</Words>
  <Application>Microsoft Office PowerPoint</Application>
  <PresentationFormat>Widescreen</PresentationFormat>
  <Paragraphs>58</Paragraphs>
  <Slides>13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Times New Roman</vt:lpstr>
      <vt:lpstr>Office Theme</vt:lpstr>
      <vt:lpstr>   VidMentor Application</vt:lpstr>
      <vt:lpstr>PowerPoint Presentation</vt:lpstr>
      <vt:lpstr>PowerPoint Presentation</vt:lpstr>
      <vt:lpstr>Existing System  </vt:lpstr>
      <vt:lpstr>Proposed System</vt:lpstr>
      <vt:lpstr>System Architecture</vt:lpstr>
      <vt:lpstr>PowerPoint Presentation</vt:lpstr>
      <vt:lpstr>Technology Stack</vt:lpstr>
      <vt:lpstr>Key Features</vt:lpstr>
      <vt:lpstr>Demo Screenshots</vt:lpstr>
      <vt:lpstr>Results</vt:lpstr>
      <vt:lpstr>Conclusion &amp; Future Scope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AIG-POC</dc:title>
  <dc:creator>debashis.sengupta</dc:creator>
  <cp:lastModifiedBy>NANDINI H</cp:lastModifiedBy>
  <cp:revision>19</cp:revision>
  <cp:lastPrinted>2020-11-26T03:04:06Z</cp:lastPrinted>
  <dcterms:created xsi:type="dcterms:W3CDTF">2008-12-05T06:42:08Z</dcterms:created>
  <dcterms:modified xsi:type="dcterms:W3CDTF">2026-03-14T05:19:07Z</dcterms:modified>
</cp:coreProperties>
</file>